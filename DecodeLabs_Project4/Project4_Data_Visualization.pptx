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Project 4: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From noise to signal — boardroom-ready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E-commerce Performance</a:t>
            </a:r>
          </a:p>
          <a:p>
            <a:pPr>
              <a:defRPr sz="1800"/>
            </a:pPr>
            <a:r>
              <a:t>1,200 orders • ₹1,264,762 revenue • 1,189 unique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Protect the revenue leaders and fix order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Executive summary — one message, four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1. Protect revenue leaders</a:t>
            </a:r>
          </a:p>
          <a:p>
            <a:pPr>
              <a:defRPr sz="1300"/>
            </a:pPr>
            <a:r>
              <a:t>Chair and Printer are the top two revenue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2. Investigate revenue volatility</a:t>
            </a:r>
          </a:p>
          <a:p>
            <a:pPr>
              <a:defRPr sz="1300"/>
            </a:pPr>
            <a:r>
              <a:t>June 2024 is the highest month at ₹68,069.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3. Reduce order leakage</a:t>
            </a:r>
          </a:p>
          <a:p>
            <a:pPr>
              <a:defRPr sz="1300"/>
            </a:pPr>
            <a:r>
              <a:t>Cancelled + returned orders = 41.4% of all orders.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4. Use price + quantity to explain AOV</a:t>
            </a:r>
          </a:p>
          <a:p>
            <a:pPr>
              <a:defRPr sz="1300"/>
            </a:pPr>
            <a:r>
              <a:t>Correlation with order value: unit price 0.72; quantity 0.62.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Chair and Printer lead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Analytical need: compare product contribution</a:t>
            </a:r>
          </a:p>
        </p:txBody>
      </p:sp>
      <p:pic>
        <p:nvPicPr>
          <p:cNvPr id="4" name="Picture 3" descr="revenue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269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508760"/>
            <a:ext cx="3063240" cy="420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SO WHAT?</a:t>
            </a:r>
          </a:p>
          <a:p>
            <a:pPr>
              <a:defRPr sz="1600"/>
            </a:pPr>
            <a:r>
              <a:t>Prioritize availability and promotion around the two leading products. Together they contribute 30.9% of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Revenue is volatile — June 2024 sets the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Analytical need: track movement over time</a:t>
            </a:r>
          </a:p>
        </p:txBody>
      </p:sp>
      <p:pic>
        <p:nvPicPr>
          <p:cNvPr id="4" name="Picture 3" descr="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263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508760"/>
            <a:ext cx="3063240" cy="420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SO WHAT?</a:t>
            </a:r>
          </a:p>
          <a:p>
            <a:pPr>
              <a:defRPr sz="1600"/>
            </a:pPr>
            <a:r>
              <a:t>Do not plan from a simple average alone. Investigate what caused peak months and whether those drivers can be repeated.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Order outcomes are the biggest operational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Analytical need: compare fulfillment outcomes</a:t>
            </a:r>
          </a:p>
        </p:txBody>
      </p:sp>
      <p:pic>
        <p:nvPicPr>
          <p:cNvPr id="4" name="Picture 3" descr="order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5643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508760"/>
            <a:ext cx="3063240" cy="420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SO WHAT?</a:t>
            </a:r>
          </a:p>
          <a:p>
            <a:pPr>
              <a:defRPr sz="1600"/>
            </a:pPr>
            <a:r>
              <a:t>Only 19.2% of orders are delivered, while cancelled + returned orders represent 41.4%. Reducing leakage can improve realized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Unit price is the strongest measured revenue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Analytical need: explore relationships</a:t>
            </a:r>
          </a:p>
        </p:txBody>
      </p:sp>
      <p:pic>
        <p:nvPicPr>
          <p:cNvPr id="4" name="Picture 3" descr="quantity_vs_or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5529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508760"/>
            <a:ext cx="3063240" cy="420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SO WHAT?</a:t>
            </a:r>
          </a:p>
          <a:p>
            <a:pPr>
              <a:defRPr sz="1600"/>
            </a:pPr>
            <a:r>
              <a:t>Unit price has a 0.72 correlation with order value, stronger than quantity (0.62). Pricing and basket composition should be considered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From pattern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Situation → Complication →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SITUATION</a:t>
            </a:r>
          </a:p>
          <a:p>
            <a:pPr>
              <a:defRPr sz="1500"/>
            </a:pPr>
            <a:r>
              <a:t>The dataset contains 1,200 orders and ₹1.26M in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4747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COMPLICATION</a:t>
            </a:r>
          </a:p>
          <a:p>
            <a:pPr>
              <a:defRPr sz="1500"/>
            </a:pPr>
            <a:r>
              <a:t>Revenue varies sharply by month, and cancelled/returned orders represent 41.4% of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47472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RESOLUTION</a:t>
            </a:r>
          </a:p>
          <a:p>
            <a:pPr>
              <a:defRPr sz="1500"/>
            </a:pPr>
            <a:r>
              <a:t>Protect top products, diagnose peak-month drivers, and reduce order leakage before scaling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DecodeLabs • Project 4 — Data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